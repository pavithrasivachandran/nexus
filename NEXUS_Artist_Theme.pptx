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IDEA HACKATHON 6.0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5E75A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NEXUS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Adversarial Wargaming for Critical Infrastructure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self-evolving digital twin that attacks itself, so real attackers can't.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E9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5257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71800" y="525780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E9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5257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525780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E9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AI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5257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525780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E9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52578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525780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E9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0" y="52578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Critical infrastructure is tested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too slowly, and too predictably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digital twins and periodic human-led red teaming leave cascade failure paths undiscovered until it's too late.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71800"/>
            <a:ext cx="457200" cy="457200"/>
          </a:xfrm>
          <a:prstGeom prst="ellipse">
            <a:avLst/>
          </a:prstGeom>
          <a:solidFill>
            <a:srgbClr val="5E75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944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Reactive discovery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930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 often learn about cascading failure chains only after an incident occurs.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2971800"/>
            <a:ext cx="457200" cy="457200"/>
          </a:xfrm>
          <a:prstGeom prst="ellipse">
            <a:avLst/>
          </a:prstGeom>
          <a:solidFill>
            <a:srgbClr val="8FA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9443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Static twins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4930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mostly mirror and simulate infrastructure — they don't stress-test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663440"/>
            <a:ext cx="457200" cy="457200"/>
          </a:xfrm>
          <a:prstGeom prst="ellipse">
            <a:avLst/>
          </a:prstGeom>
          <a:solidFill>
            <a:srgbClr val="C9BD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36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Scripted testing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1846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testing relies heavily on predefined or human-scripted scenarios.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443484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4663440"/>
            <a:ext cx="457200" cy="457200"/>
          </a:xfrm>
          <a:prstGeom prst="ellipse">
            <a:avLst/>
          </a:prstGeom>
          <a:solidFill>
            <a:srgbClr val="7E93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6360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Periodic exercises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1846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adversaries operate continuously; red-team exercises happen a few times a year.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2743200"/>
            <a:ext cx="2971800" cy="3520440"/>
          </a:xfrm>
          <a:prstGeom prst="roundRect">
            <a:avLst>
              <a:gd name="adj" fmla="val 4308"/>
            </a:avLst>
          </a:prstGeom>
          <a:solidFill>
            <a:srgbClr val="5E75A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869680" y="3017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reframes the question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“What attacks do we know?”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4617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“What attack have we not imagined yet?”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Infrastructure that tests itself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continuously updated synthetic twin becomes a controlled environment where a Red AI and a Blue AI learn through repeated, isolated exercises.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5E75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/ Synthetic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7889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2072" y="278892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7E93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62072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28032" y="27889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4064" y="278892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C9BD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84064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AI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(Attacker)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050024" y="27889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06056" y="278892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5E75A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06056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272016" y="278892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8048" y="2788920"/>
            <a:ext cx="1965960" cy="1188720"/>
          </a:xfrm>
          <a:prstGeom prst="roundRect">
            <a:avLst>
              <a:gd name="adj" fmla="val 10769"/>
            </a:avLst>
          </a:prstGeom>
          <a:solidFill>
            <a:srgbClr val="8FA3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28048" y="2788920"/>
            <a:ext cx="1965960" cy="1188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AI + Human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(Defender)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3891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 →  LEARN  →  NEW EXERCISE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completed exercise feeds the next one: attack strategies and defensive playbooks both improve automatically over time.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CORE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One exercise, four intelligence layers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MVP proves the closed loop end-to-end — not a production utility connection.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903220"/>
            <a:ext cx="594360" cy="594360"/>
          </a:xfrm>
          <a:prstGeom prst="ellipse">
            <a:avLst/>
          </a:prstGeom>
          <a:solidFill>
            <a:srgbClr val="C9BD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45920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Red Agent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14800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candidate multi-step attack chains toward a defined objective.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423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903220"/>
            <a:ext cx="594360" cy="594360"/>
          </a:xfrm>
          <a:prstGeom prst="ellipse">
            <a:avLst/>
          </a:prstGeom>
          <a:solidFill>
            <a:srgbClr val="5E75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657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Cascade Engine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58184" y="4114800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consequences across the twin and ranks blast radius.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2423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0064" y="2903220"/>
            <a:ext cx="594360" cy="594360"/>
          </a:xfrm>
          <a:prstGeom prst="ellipse">
            <a:avLst/>
          </a:prstGeom>
          <a:solidFill>
            <a:srgbClr val="8FA37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70064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657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Blue AI + Human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20256" y="4114800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Detects, explains, and selects a defensive response.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26296" y="242316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32136" y="2903220"/>
            <a:ext cx="594360" cy="594360"/>
          </a:xfrm>
          <a:prstGeom prst="ellipse">
            <a:avLst/>
          </a:prstGeom>
          <a:solidFill>
            <a:srgbClr val="7E93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32136" y="29032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409176" y="36576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Self-Play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82328" y="4114800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exercise and updates future attack and defense behavior.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SAFETY &amp; REALISM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AI proposes. The simulator validates.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attack validator prevents the language model from ever becoming the source of truth. NEXUS stays inside an isolated simulation plane — never production 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88036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7E9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8803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8803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288036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C9BD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8803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880360"/>
            <a:ext cx="640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0" y="2880360"/>
            <a:ext cx="2377440" cy="1234440"/>
          </a:xfrm>
          <a:prstGeom prst="roundRect">
            <a:avLst>
              <a:gd name="adj" fmla="val 10370"/>
            </a:avLst>
          </a:prstGeom>
          <a:solidFill>
            <a:srgbClr val="8FA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288036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reject / revise on failed checks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80160" y="5074920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7E9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507492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target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08376" y="507492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7E9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08376" y="507492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sequence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507492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7E9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50749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5074920"/>
            <a:ext cx="21305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7E93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507492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constraints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5074920"/>
            <a:ext cx="243230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7E9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507492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feasibility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DIGITAL TWIN &amp; CASCADE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Predict the blast radius in seconds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synthetic power-grid battlefield. Assets, dependencies, telemetry and consequences are represented as a graph — expandable to water, hospitals, transport or telecom.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6035040" cy="3566160"/>
          </a:xfrm>
          <a:prstGeom prst="roundRect">
            <a:avLst>
              <a:gd name="adj" fmla="val 307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337560"/>
            <a:ext cx="1828800" cy="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3337560"/>
            <a:ext cx="2011680" cy="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3337560"/>
            <a:ext cx="0" cy="128016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3337560"/>
            <a:ext cx="0" cy="210312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5440680"/>
            <a:ext cx="2011680" cy="36576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4617720"/>
            <a:ext cx="0" cy="1188720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108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5E75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3108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7E93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2608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37760" y="310896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5E75A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43891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C9BD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4389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Pump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26080" y="521208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5E75A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26080" y="5212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55778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FA3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937760" y="5577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2560320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8040" y="2651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3311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87%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2560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probability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3767328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8040" y="385876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3311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72%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4974336"/>
            <a:ext cx="4663440" cy="100584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78040" y="50657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3311C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9.1 / 10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006840" y="497433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RESPONSE &amp; SELF-PLAY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Turn prediction into a decision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that gets sharper every round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Response options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688336"/>
            <a:ext cx="384048" cy="384048"/>
          </a:xfrm>
          <a:prstGeom prst="ellipse">
            <a:avLst/>
          </a:prstGeom>
          <a:solidFill>
            <a:srgbClr val="8FA3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6426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Substation 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89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87% → 21%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3374136"/>
            <a:ext cx="384048" cy="384048"/>
          </a:xfrm>
          <a:prstGeom prst="ellipse">
            <a:avLst/>
          </a:prstGeom>
          <a:solidFill>
            <a:srgbClr val="C9BD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28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transmission path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753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87% → 34%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21208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4059936"/>
            <a:ext cx="384048" cy="384048"/>
          </a:xfrm>
          <a:prstGeom prst="ellipse">
            <a:avLst/>
          </a:prstGeom>
          <a:solidFill>
            <a:srgbClr val="B331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8096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intervention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611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remains 87%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Illustrative target metrics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260604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time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42 sec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01268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9 sec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329184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severity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7.8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926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012680" y="32918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2.1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397764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success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34%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0" y="3977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12680" y="3977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81%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120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simulated exercises should improve measurable defensive outcomes — the core proof point for judges.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TECHNICAL BLUEPRINT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 fast, reliable stack for the hackathon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ideas, used selectively. Prioritize a reliable demo over architectural complexity.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505456"/>
            <a:ext cx="384048" cy="384048"/>
          </a:xfrm>
          <a:prstGeom prst="ellipse">
            <a:avLst/>
          </a:prstGeom>
          <a:solidFill>
            <a:srgbClr val="5E75A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054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or React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Cytoscape.js / D3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2505456"/>
            <a:ext cx="384048" cy="384048"/>
          </a:xfrm>
          <a:prstGeom prst="ellipse">
            <a:avLst/>
          </a:prstGeom>
          <a:solidFill>
            <a:srgbClr val="8FA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8114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5054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2505456"/>
            <a:ext cx="384048" cy="384048"/>
          </a:xfrm>
          <a:prstGeom prst="ellipse">
            <a:avLst/>
          </a:prstGeom>
          <a:solidFill>
            <a:srgbClr val="C9BD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018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5054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926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grid model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PyPSA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" y="4334256"/>
            <a:ext cx="384048" cy="384048"/>
          </a:xfrm>
          <a:prstGeom prst="ellipse">
            <a:avLst/>
          </a:prstGeom>
          <a:solidFill>
            <a:srgbClr val="7E93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342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strategy generation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action planner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160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4334256"/>
            <a:ext cx="384048" cy="384048"/>
          </a:xfrm>
          <a:prstGeom prst="ellipse">
            <a:avLst/>
          </a:prstGeom>
          <a:solidFill>
            <a:srgbClr val="8FA3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8114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3342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Neo4j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0184" y="4334256"/>
            <a:ext cx="384048" cy="384048"/>
          </a:xfrm>
          <a:prstGeom prst="ellipse">
            <a:avLst/>
          </a:prstGeom>
          <a:solidFill>
            <a:srgbClr val="5E75A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3018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43342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scoring first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/ PPO as stretch goals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WHY NEXUS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Not another cybersecurity dashboard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differentiation is the closed adversarial learning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5E75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MODE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22860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BD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566928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7889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7889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+ attacks + learns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10881360" cy="56692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35584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libraries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3558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3355848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candidate chains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22776"/>
            <a:ext cx="10881360" cy="566928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9227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9227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/ simulate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92277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testing ground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489704"/>
            <a:ext cx="10881360" cy="566928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48970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4897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findings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48970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simulated impact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56632"/>
            <a:ext cx="10881360" cy="566928"/>
          </a:xfrm>
          <a:prstGeom prst="rect">
            <a:avLst/>
          </a:prstGeom>
          <a:solidFill>
            <a:srgbClr val="FFFFFF">
              <a:alpha val="97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0566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5056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505663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self-play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 &amp;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From hackathon prototype to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4A5568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continuous infrastructure resilience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084832" cy="1463040"/>
          </a:xfrm>
          <a:prstGeom prst="roundRect">
            <a:avLst>
              <a:gd name="adj" fmla="val 6250"/>
            </a:avLst>
          </a:prstGeom>
          <a:solidFill>
            <a:srgbClr val="5E75A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146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346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D6D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power grid, working self-play loop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807208" y="2377440"/>
            <a:ext cx="208483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25146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8346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cascade model — GNN + stronger RL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974336" y="2377440"/>
            <a:ext cx="208483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38928" y="25146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138928" y="28346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physics, more realistic attack constraints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141464" y="2377440"/>
            <a:ext cx="208483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06056" y="25146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06056" y="28346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domains — water, hospitals, transport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308592" y="2377440"/>
            <a:ext cx="2084832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73184" y="251460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473184" y="283464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pilots in isolated utility environments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370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5A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Faster discovery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54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wargaming compresses the gap between exercises.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4206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4370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Quantified risk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4754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failure paths by simulated severity and blast radius.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206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370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D86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Living defense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754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topology or scenarios automatically trigger new exercises.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42062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E6E1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0" y="43708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3C4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Human control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052560" y="4754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remain firmly in the decision loop, always.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5E7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DECODE  ·  NEXUS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875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5E75A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Attack the twin.
</a:t>
            </a:r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5E75A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Predict the cascade.
</a:t>
            </a:r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5E75A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Harden the system.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7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NEXUS turns infrastructure defense into a continuously self-improving discipline.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5120640"/>
            <a:ext cx="8686800" cy="0"/>
          </a:xfrm>
          <a:prstGeom prst="line">
            <a:avLst/>
          </a:prstGeom>
          <a:noFill/>
          <a:ln w="12700">
            <a:solidFill>
              <a:srgbClr val="D8D2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THESIS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623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closed loop beats a perfect architecture.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2026-09-02T09:07:53Z</dcterms:created>
  <dcterms:modified xsi:type="dcterms:W3CDTF">2026-09-02T09:07:53Z</dcterms:modified>
</cp:coreProperties>
</file>